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Doc-Intelligence-PID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PowerPoint summary of the ultra-modern architecture and processing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0972800" cy="43891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64777" y="2031321"/>
            <a:ext cx="9738692" cy="3170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E2E8F0"/>
                </a:solidFill>
              </a:defRPr>
            </a:pPr>
            <a:r>
              <a:rPr dirty="0"/>
              <a:t>AI Document Intelligence for Personal Insurance Documents</a:t>
            </a:r>
          </a:p>
          <a:p>
            <a:pPr algn="ctr">
              <a:defRPr sz="1600">
                <a:solidFill>
                  <a:srgbClr val="94A3B8"/>
                </a:solidFill>
              </a:defRPr>
            </a:pPr>
            <a:r>
              <a:rPr dirty="0"/>
              <a:t>Frontend: ReactJS • Backend: </a:t>
            </a:r>
            <a:r>
              <a:rPr dirty="0" err="1"/>
              <a:t>FastAPI</a:t>
            </a:r>
            <a:r>
              <a:rPr dirty="0"/>
              <a:t> • Retrieval: </a:t>
            </a:r>
            <a:r>
              <a:rPr lang="en-US" dirty="0"/>
              <a:t>Agentic AI + </a:t>
            </a:r>
            <a:r>
              <a:rPr dirty="0"/>
              <a:t>FAISS • </a:t>
            </a:r>
            <a:r>
              <a:rPr dirty="0" err="1"/>
              <a:t>vLLM</a:t>
            </a:r>
            <a:r>
              <a:rPr lang="en-US" dirty="0"/>
              <a:t> with Vision (for OCR)</a:t>
            </a:r>
            <a:r>
              <a:rPr dirty="0"/>
              <a:t>: Qwen2.5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dirty="0"/>
              <a:t>Output: Extracted text and </a:t>
            </a:r>
            <a:r>
              <a:rPr lang="en-US" dirty="0"/>
              <a:t>PID</a:t>
            </a:r>
            <a:r>
              <a:rPr dirty="0"/>
              <a:t> data </a:t>
            </a:r>
            <a:r>
              <a:rPr lang="en-US" dirty="0"/>
              <a:t>Served by </a:t>
            </a:r>
            <a:r>
              <a:rPr lang="en-US" dirty="0" err="1"/>
              <a:t>FastAPI</a:t>
            </a:r>
            <a:r>
              <a:rPr lang="en-US" dirty="0"/>
              <a:t> and rendered by </a:t>
            </a:r>
            <a:r>
              <a:rPr dirty="0"/>
              <a:t>React UI</a:t>
            </a:r>
            <a:endParaRPr lang="en-US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Customized and Restricted Backend Filters are used as Guard Rail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endParaRPr lang="en-IN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sz="2800" dirty="0">
                <a:solidFill>
                  <a:schemeClr val="bg1"/>
                </a:solidFill>
              </a:rPr>
              <a:t>Target Audience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Personal Insurance Service Executives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Personal Insurance </a:t>
            </a:r>
            <a:r>
              <a:rPr lang="en-IN" dirty="0" err="1"/>
              <a:t>SPoC</a:t>
            </a:r>
            <a:endParaRPr lang="en-IN" dirty="0"/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Serving existing PID data</a:t>
            </a:r>
          </a:p>
          <a:p>
            <a:pPr algn="ctr">
              <a:defRPr sz="1800">
                <a:solidFill>
                  <a:srgbClr val="38BDF8"/>
                </a:solidFill>
              </a:defRPr>
            </a:pPr>
            <a:r>
              <a:rPr lang="en-IN" dirty="0"/>
              <a:t>(Not PID Sales)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6C588-C60D-5D55-3A16-5C8846BB6152}"/>
              </a:ext>
            </a:extLst>
          </p:cNvPr>
          <p:cNvSpPr txBox="1"/>
          <p:nvPr/>
        </p:nvSpPr>
        <p:spPr>
          <a:xfrm>
            <a:off x="3048512" y="3245868"/>
            <a:ext cx="6097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Solution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Ultra-modern visual layout of the end-to-end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0A16D-AFBD-2F47-A362-B8F0F44AB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506"/>
            <a:ext cx="12192000" cy="67329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Core Components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each layer is responsible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ReactJS on Node 18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Axios for API communication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UI for search, upload, and result display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3075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16459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FastAPI on Python 3.11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Conda environment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Request routing and result serving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265176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56832" y="129844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645920"/>
            <a:ext cx="2377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Sentence Transformers </a:t>
            </a:r>
            <a:r>
              <a:rPr lang="en-US" dirty="0"/>
              <a:t>mini LLM</a:t>
            </a:r>
            <a:endParaRPr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Request/response orchestration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Context building for retrieval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1188720"/>
            <a:ext cx="210312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82912" y="1298448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FAISS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2912" y="16459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Vector index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Top-K semantic retrieval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657600"/>
            <a:ext cx="36576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84832" y="3767328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vLLM / Qwen2.5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2" y="41148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Processes retrieved context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Extracts text and transaction data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Powers final responses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3657600"/>
            <a:ext cx="365760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99632" y="3767328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Document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1148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PDF ingestion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Extraction, chunking, embeddings, indexing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Feeds searchable content into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Ingestion Pipeline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How PDF documents become searchable assets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1. Input PDFs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468880"/>
            <a:ext cx="164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Insurance policies, </a:t>
            </a:r>
            <a:r>
              <a:rPr lang="en-US" dirty="0"/>
              <a:t>or </a:t>
            </a:r>
            <a:r>
              <a:rPr dirty="0"/>
              <a:t>claims, </a:t>
            </a:r>
            <a:r>
              <a:rPr lang="en-US" dirty="0"/>
              <a:t>or any data </a:t>
            </a:r>
            <a:r>
              <a:rPr dirty="0"/>
              <a:t>heavy documents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9923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2.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Text/OCR extraction from source PDFs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5488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951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3. Chunking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951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Document content split into manageable units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9516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7979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4.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979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Sentence Transformer vectors created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3017520"/>
            <a:ext cx="32004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55480" y="2011680"/>
            <a:ext cx="19202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20072" y="2121408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5. Indexing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68880"/>
            <a:ext cx="1645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Vectors stored in FAISS for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This pipeline prepares the local knowledge base for semantic search.</a:t>
            </a:r>
          </a:p>
          <a:p>
            <a:pPr>
              <a:defRPr sz="1600">
                <a:solidFill>
                  <a:srgbClr val="E2E8F0"/>
                </a:solidFill>
              </a:defRPr>
            </a:pPr>
            <a:r>
              <a:t>The output of this stage is a searchable FAISS index used at query 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Runtime Query Flow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happens when a user asks a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User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Question entered in React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5371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FastAPI receives and validates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80" y="164592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75564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8472" y="21031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Builds context and retrieval strategy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" y="3950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FAISS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2976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Finds the most relevant document chunks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3950208"/>
            <a:ext cx="104939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Agentic AI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4553712" y="4297680"/>
            <a:ext cx="2834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Returns extracted text and </a:t>
            </a:r>
            <a:r>
              <a:rPr lang="en-US" dirty="0"/>
              <a:t>PID</a:t>
            </a:r>
            <a:r>
              <a:rPr dirty="0"/>
              <a:t>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840480"/>
            <a:ext cx="310896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3950208"/>
            <a:ext cx="2834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UI Display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42976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Results shown in React UI and FastAPI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33172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98079" y="233172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738360" y="3017520"/>
            <a:ext cx="0" cy="82296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03320" y="452628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498079" y="4526280"/>
            <a:ext cx="685800" cy="0"/>
          </a:xfrm>
          <a:prstGeom prst="line">
            <a:avLst/>
          </a:prstGeom>
          <a:ln w="317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2E8F0"/>
                </a:solidFill>
              </a:rPr>
              <a:t>Output Experience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What the user sees and what the system returns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54480"/>
            <a:ext cx="49377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64208"/>
            <a:ext cx="121456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Served</a:t>
            </a:r>
            <a:r>
              <a:rPr dirty="0"/>
              <a:t>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011680"/>
            <a:ext cx="466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Extracted text from PDF content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US" dirty="0"/>
              <a:t>PID</a:t>
            </a:r>
            <a:r>
              <a:rPr dirty="0"/>
              <a:t> data identified by the model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Results are tailored for local document intelligence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49377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73952" y="1664208"/>
            <a:ext cx="24430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rPr lang="en-US" dirty="0"/>
              <a:t>Rendering </a:t>
            </a:r>
            <a:r>
              <a:rPr dirty="0"/>
              <a:t>Display </a:t>
            </a:r>
            <a:r>
              <a:rPr lang="en-US" dirty="0"/>
              <a:t>Content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73952" y="201168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ReactJS frontend for end-user interaction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FastAPI-backed service layer for delivery and API integration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Consistent result presentation across the application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This design keeps the interaction simple: query in, extracted text and transaction-focused results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323588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E2E8F0"/>
                </a:solidFill>
              </a:rPr>
              <a:t>Tech Stack Summary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rPr dirty="0"/>
              <a:t>project stack organized by layer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611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Ubuntu / Windows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Conda environment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Localhost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5643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6432" y="1828800"/>
            <a:ext cx="21031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NodeJS 18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ReactJS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Axios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Browser support: Chrome, Firefox, Edge</a:t>
            </a:r>
            <a:endParaRPr lang="en-US"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IN" dirty="0"/>
              <a:t>React rendered at localhost:3000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852160" y="1371600"/>
            <a:ext cx="237744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16752" y="148132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82880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t>Python 3.11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FastAPI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t>Served at localhost:8000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71600"/>
            <a:ext cx="27432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77072" y="148132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2E8F0"/>
                </a:solidFill>
              </a:defRPr>
            </a:pPr>
            <a:r>
              <a:t>AI /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1828800"/>
            <a:ext cx="2468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Sentence Transformers</a:t>
            </a:r>
            <a:r>
              <a:rPr lang="en-US" dirty="0"/>
              <a:t> for </a:t>
            </a:r>
            <a:r>
              <a:rPr lang="en-US" dirty="0" err="1"/>
              <a:t>AgenticAI</a:t>
            </a:r>
            <a:endParaRPr lang="en-US"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lang="en-US" dirty="0"/>
              <a:t>(</a:t>
            </a:r>
            <a:r>
              <a:rPr dirty="0"/>
              <a:t>Mini LM L5 v2</a:t>
            </a:r>
            <a:r>
              <a:rPr lang="en-US" dirty="0"/>
              <a:t>)</a:t>
            </a:r>
            <a:endParaRPr dirty="0"/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FAISS-DB</a:t>
            </a:r>
          </a:p>
          <a:p>
            <a:pPr>
              <a:defRPr sz="1200">
                <a:solidFill>
                  <a:srgbClr val="E2E8F0"/>
                </a:solidFill>
              </a:defRPr>
            </a:pPr>
            <a:r>
              <a:rPr dirty="0"/>
              <a:t>Qwen2.5 via </a:t>
            </a:r>
            <a:r>
              <a:rPr dirty="0" err="1"/>
              <a:t>vLLM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42137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E2E8F0"/>
                </a:solidFill>
              </a:rPr>
              <a:t>Presentation Talking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E2E8F0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B</a:t>
            </a:r>
            <a:r>
              <a:rPr dirty="0"/>
              <a:t>usiness </a:t>
            </a:r>
            <a:r>
              <a:rPr lang="en-US" dirty="0"/>
              <a:t>Use Case</a:t>
            </a:r>
            <a:r>
              <a:rPr dirty="0"/>
              <a:t>: </a:t>
            </a:r>
            <a:r>
              <a:rPr lang="en-US" dirty="0"/>
              <a:t>Dynamically </a:t>
            </a:r>
            <a:r>
              <a:rPr dirty="0"/>
              <a:t>searching and extracting </a:t>
            </a:r>
            <a:r>
              <a:rPr lang="en-US" dirty="0"/>
              <a:t>PID</a:t>
            </a:r>
            <a:r>
              <a:rPr dirty="0"/>
              <a:t> information from </a:t>
            </a:r>
            <a:r>
              <a:rPr lang="en-US" dirty="0"/>
              <a:t>PDF documents</a:t>
            </a: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I</a:t>
            </a:r>
            <a:r>
              <a:rPr dirty="0"/>
              <a:t>ngestion pipeline builds the FAISS index, and a </a:t>
            </a:r>
            <a:r>
              <a:rPr lang="en-US" dirty="0"/>
              <a:t>R</a:t>
            </a:r>
            <a:r>
              <a:rPr dirty="0"/>
              <a:t>untime pipeline answers user queries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dirty="0"/>
              <a:t>Agentic AI </a:t>
            </a:r>
            <a:r>
              <a:rPr lang="en-US" dirty="0"/>
              <a:t>act as </a:t>
            </a:r>
            <a:r>
              <a:rPr dirty="0"/>
              <a:t>the orchestration layer between </a:t>
            </a:r>
            <a:r>
              <a:rPr dirty="0" err="1"/>
              <a:t>FastAPI</a:t>
            </a:r>
            <a:r>
              <a:rPr dirty="0"/>
              <a:t>, FAISS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IN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IN" dirty="0"/>
              <a:t>U</a:t>
            </a:r>
            <a:r>
              <a:rPr dirty="0"/>
              <a:t>ser-facing output: extracted text and </a:t>
            </a:r>
            <a:r>
              <a:rPr lang="en-US" dirty="0"/>
              <a:t>PID</a:t>
            </a:r>
            <a:r>
              <a:rPr dirty="0"/>
              <a:t> data </a:t>
            </a:r>
            <a:r>
              <a:rPr lang="en-US" dirty="0"/>
              <a:t>responded </a:t>
            </a:r>
            <a:r>
              <a:rPr dirty="0"/>
              <a:t>in </a:t>
            </a:r>
            <a:r>
              <a:rPr lang="en-US" dirty="0" err="1"/>
              <a:t>FastAPI</a:t>
            </a:r>
            <a:r>
              <a:rPr lang="en-US" dirty="0"/>
              <a:t> and rendered in </a:t>
            </a:r>
            <a:r>
              <a:rPr dirty="0"/>
              <a:t>React UI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US" dirty="0"/>
              <a:t>D</a:t>
            </a:r>
            <a:r>
              <a:rPr dirty="0"/>
              <a:t>eployment model: local, privacy-friendly, modular for future scaling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lang="en-IN" dirty="0"/>
          </a:p>
          <a:p>
            <a:pPr>
              <a:defRPr sz="2000">
                <a:solidFill>
                  <a:srgbClr val="E2E8F0"/>
                </a:solidFill>
              </a:defRPr>
            </a:pPr>
            <a:r>
              <a:rPr lang="en-IN" dirty="0"/>
              <a:t>Sematic + NLP restricted filters are used as GUARD Rail</a:t>
            </a:r>
            <a:endParaRPr lang="en-US" dirty="0"/>
          </a:p>
          <a:p>
            <a:pPr>
              <a:defRPr sz="2000">
                <a:solidFill>
                  <a:srgbClr val="E2E8F0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</a:defRPr>
            </a:pPr>
            <a:r>
              <a:t>Doc-Intelligence-PID | Architecture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572</Words>
  <Application>Microsoft Office PowerPoint</Application>
  <PresentationFormat>Widescreen</PresentationFormat>
  <Paragraphs>121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Vinay Srinivasan</cp:lastModifiedBy>
  <cp:revision>37</cp:revision>
  <dcterms:created xsi:type="dcterms:W3CDTF">2013-01-27T09:14:16Z</dcterms:created>
  <dcterms:modified xsi:type="dcterms:W3CDTF">2026-06-11T09:35:08Z</dcterms:modified>
  <cp:category/>
</cp:coreProperties>
</file>