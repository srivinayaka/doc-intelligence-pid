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2E8F0"/>
                </a:solidFill>
              </a:rPr>
              <a:t>Doc-Intelligence-PID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PowerPoint summary of the ultra-modern architecture and processing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654" y="1828800"/>
            <a:ext cx="973869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E2E8F0"/>
                </a:solidFill>
              </a:defRPr>
            </a:pPr>
            <a:r>
              <a:rPr dirty="0"/>
              <a:t>AI Document Intelligence for Personal Insurance Documents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 dirty="0"/>
              <a:t>Frontend: ReactJS • Backend: </a:t>
            </a:r>
            <a:r>
              <a:rPr dirty="0" err="1"/>
              <a:t>FastAPI</a:t>
            </a:r>
            <a:r>
              <a:rPr dirty="0"/>
              <a:t> • Retrieval: </a:t>
            </a:r>
            <a:r>
              <a:rPr lang="en-US" dirty="0"/>
              <a:t>Agentic AI + </a:t>
            </a:r>
            <a:r>
              <a:rPr dirty="0"/>
              <a:t>FAISS • </a:t>
            </a:r>
            <a:r>
              <a:rPr dirty="0" err="1"/>
              <a:t>vLLM</a:t>
            </a:r>
            <a:r>
              <a:rPr dirty="0"/>
              <a:t>: Qwen2.5</a:t>
            </a:r>
          </a:p>
          <a:p>
            <a:pPr algn="ctr">
              <a:defRPr sz="1800">
                <a:solidFill>
                  <a:srgbClr val="38BDF8"/>
                </a:solidFill>
              </a:defRPr>
            </a:pPr>
            <a:r>
              <a:rPr dirty="0"/>
              <a:t>Output: Extracted text and </a:t>
            </a:r>
            <a:r>
              <a:rPr lang="en-US" dirty="0"/>
              <a:t>PID</a:t>
            </a:r>
            <a:r>
              <a:rPr dirty="0"/>
              <a:t> data </a:t>
            </a:r>
            <a:r>
              <a:rPr lang="en-US" dirty="0"/>
              <a:t>Served by </a:t>
            </a:r>
            <a:r>
              <a:rPr lang="en-US" dirty="0" err="1"/>
              <a:t>FastAPI</a:t>
            </a:r>
            <a:r>
              <a:rPr lang="en-US" dirty="0"/>
              <a:t> and </a:t>
            </a:r>
            <a:r>
              <a:rPr lang="en-US" dirty="0" err="1"/>
              <a:t>redered</a:t>
            </a:r>
            <a:r>
              <a:rPr lang="en-US" dirty="0"/>
              <a:t> by </a:t>
            </a:r>
            <a:r>
              <a:rPr dirty="0"/>
              <a:t>React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2E8F0"/>
                </a:solidFill>
              </a:rPr>
              <a:t>Solution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Ultra-modern visual layout of the end-to-end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0A16D-AFBD-2F47-A362-B8F0F44A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06"/>
            <a:ext cx="12192000" cy="6732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2E8F0"/>
                </a:solidFill>
              </a:rPr>
              <a:t>Core Components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What each layer is responsible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651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12984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ReactJS on Node 18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Axios for API communication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UI for search, upload, and result display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651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30752" y="12984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FastAPI on Python 3.11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Conda environment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Request routing and result serving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2651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12984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Sentence Transformers L5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Request/response orchestration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Context building for retrieval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188720"/>
            <a:ext cx="210312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82912" y="12984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FAISS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Vector index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Top-K semantic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657600"/>
            <a:ext cx="36576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84832" y="37673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vLLM / Qwen2.5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4114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Processes retrieved context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Extracts text and transaction data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Powers final responses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657600"/>
            <a:ext cx="36576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37673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Document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114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PDF ingestion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Extraction, chunking, embeddings, indexing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Feeds searchable content into FAISS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2E8F0"/>
                </a:solidFill>
              </a:rPr>
              <a:t>Ingestion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How PDF documents become searchable assets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11680"/>
            <a:ext cx="19202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1214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1. Input PDFs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6888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Insurance policies, </a:t>
            </a:r>
            <a:r>
              <a:rPr lang="en-US" dirty="0"/>
              <a:t>or </a:t>
            </a:r>
            <a:r>
              <a:rPr dirty="0"/>
              <a:t>claims, </a:t>
            </a:r>
            <a:r>
              <a:rPr lang="en-US" dirty="0"/>
              <a:t>or any data </a:t>
            </a:r>
            <a:r>
              <a:rPr dirty="0"/>
              <a:t>heavy documents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3017520"/>
            <a:ext cx="32004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2011680"/>
            <a:ext cx="19202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9232" y="21214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2.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688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Text/OCR extraction from source PDFs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3017520"/>
            <a:ext cx="32004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2011680"/>
            <a:ext cx="19202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21214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3. Chunking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4688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Document content split into manageable units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3017520"/>
            <a:ext cx="32004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2011680"/>
            <a:ext cx="19202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21214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4.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4688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Sentence Transformer vectors created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3017520"/>
            <a:ext cx="32004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55480" y="2011680"/>
            <a:ext cx="19202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0072" y="21214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5.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4688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Vectors stored in FAISS for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This pipeline prepares the local knowledge base for semantic search.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The output of this stage is a searchable FAISS index used at query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2E8F0"/>
                </a:solidFill>
              </a:rPr>
              <a:t>Runtime Query Flow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What happens when a user asks a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31089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7556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User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031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Question entered in React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1089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7556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Backend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1031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FastAPI receives and validates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645920"/>
            <a:ext cx="31089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7556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1031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Builds context and retrieval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40480"/>
            <a:ext cx="31089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9502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FAISS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2976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Finds the most relevant document chunks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31089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3950208"/>
            <a:ext cx="10493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rPr lang="en-US" dirty="0"/>
              <a:t>Agentic AI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553712" y="429768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Returns extracted text and </a:t>
            </a:r>
            <a:r>
              <a:rPr lang="en-US" dirty="0"/>
              <a:t>PID</a:t>
            </a:r>
            <a:r>
              <a:rPr dirty="0"/>
              <a:t>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40480"/>
            <a:ext cx="31089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39502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UI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42976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Results shown in React UI and FastAPI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3320" y="2331720"/>
            <a:ext cx="68580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2331720"/>
            <a:ext cx="68580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38360" y="3017520"/>
            <a:ext cx="0" cy="82296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03320" y="4526280"/>
            <a:ext cx="68580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98079" y="4526280"/>
            <a:ext cx="68580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2E8F0"/>
                </a:solidFill>
              </a:rPr>
              <a:t>Output Experience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What the user sees and what the system returns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4937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" y="1664208"/>
            <a:ext cx="12145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rPr lang="en-US" dirty="0"/>
              <a:t>Served</a:t>
            </a:r>
            <a:r>
              <a:rPr dirty="0"/>
              <a:t>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011680"/>
            <a:ext cx="4663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Extracted text from PDF content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lang="en-US" dirty="0"/>
              <a:t>PID</a:t>
            </a:r>
            <a:r>
              <a:rPr dirty="0"/>
              <a:t> data identified by the model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Results are tailored for local document intelligence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4937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3952" y="1664208"/>
            <a:ext cx="24430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rPr lang="en-US" dirty="0"/>
              <a:t>Rendering </a:t>
            </a:r>
            <a:r>
              <a:rPr dirty="0"/>
              <a:t>Display </a:t>
            </a:r>
            <a:r>
              <a:rPr lang="en-US" dirty="0"/>
              <a:t>Content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ReactJS frontend for end-user interaction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FastAPI-backed service layer for delivery and API integration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Consistent result presentation across the application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This design keeps the interaction simple: query in, extracted text and transaction-focused results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2358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E2E8F0"/>
                </a:solidFill>
              </a:rPr>
              <a:t>Tech Stack Summary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dirty="0"/>
              <a:t>project stack organized by layer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3774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48132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Ubuntu / Windows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Conda environment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Localhost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3774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56432" y="148132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1828800"/>
            <a:ext cx="2103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NodeJS 18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ReactJS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Axios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Browser support: Chrome, Firefox, Edge</a:t>
            </a:r>
            <a:endParaRPr lang="en-US" dirty="0"/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lang="en-IN" dirty="0"/>
              <a:t>React rendered at localhost:3000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852160" y="1371600"/>
            <a:ext cx="23774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16752" y="148132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18288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Python 3.11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FastAPI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Served at localhost:8000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371600"/>
            <a:ext cx="27432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148132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AI /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828800"/>
            <a:ext cx="246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Sentence Transformers</a:t>
            </a:r>
            <a:r>
              <a:rPr lang="en-US" dirty="0"/>
              <a:t> for </a:t>
            </a:r>
            <a:r>
              <a:rPr lang="en-US" dirty="0" err="1"/>
              <a:t>AgenticAI</a:t>
            </a:r>
            <a:endParaRPr lang="en-US" dirty="0"/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lang="en-US" dirty="0"/>
              <a:t>(</a:t>
            </a:r>
            <a:r>
              <a:rPr dirty="0"/>
              <a:t>Mini LM L5 v2</a:t>
            </a:r>
            <a:r>
              <a:rPr lang="en-US" dirty="0"/>
              <a:t>)</a:t>
            </a:r>
            <a:endParaRPr dirty="0"/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FAISS-DB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Qwen2.5 via </a:t>
            </a:r>
            <a:r>
              <a:rPr dirty="0" err="1"/>
              <a:t>vLLM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2137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E2E8F0"/>
                </a:solidFill>
              </a:rPr>
              <a:t>Presentation Talking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2E8F0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dirty="0"/>
              <a:t>B</a:t>
            </a:r>
            <a:r>
              <a:rPr dirty="0"/>
              <a:t>usiness </a:t>
            </a:r>
            <a:r>
              <a:rPr lang="en-US" dirty="0"/>
              <a:t>Use Case</a:t>
            </a:r>
            <a:r>
              <a:rPr dirty="0"/>
              <a:t>: </a:t>
            </a:r>
            <a:r>
              <a:rPr lang="en-US" dirty="0"/>
              <a:t>Dynamically </a:t>
            </a:r>
            <a:r>
              <a:rPr dirty="0"/>
              <a:t>searching and extracting </a:t>
            </a:r>
            <a:r>
              <a:rPr lang="en-US" dirty="0"/>
              <a:t>PID</a:t>
            </a:r>
            <a:r>
              <a:rPr dirty="0"/>
              <a:t> information from </a:t>
            </a:r>
            <a:r>
              <a:rPr lang="en-US" dirty="0"/>
              <a:t>PDF documents</a:t>
            </a:r>
            <a:endParaRPr dirty="0"/>
          </a:p>
          <a:p>
            <a:pPr>
              <a:defRPr sz="2000">
                <a:solidFill>
                  <a:srgbClr val="E2E8F0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dirty="0"/>
              <a:t>I</a:t>
            </a:r>
            <a:r>
              <a:rPr dirty="0"/>
              <a:t>ngestion pipeline builds the FAISS index, and a </a:t>
            </a:r>
            <a:r>
              <a:rPr lang="en-US" dirty="0"/>
              <a:t>R</a:t>
            </a:r>
            <a:r>
              <a:rPr dirty="0"/>
              <a:t>untime pipeline answers user queries</a:t>
            </a: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dirty="0"/>
              <a:t>Agentic AI </a:t>
            </a:r>
            <a:r>
              <a:rPr lang="en-US" dirty="0"/>
              <a:t>act as </a:t>
            </a:r>
            <a:r>
              <a:rPr dirty="0"/>
              <a:t>the orchestration layer between </a:t>
            </a:r>
            <a:r>
              <a:rPr dirty="0" err="1"/>
              <a:t>FastAPI</a:t>
            </a:r>
            <a:r>
              <a:rPr dirty="0"/>
              <a:t>, FAISS</a:t>
            </a: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IN" dirty="0"/>
              <a:t>U</a:t>
            </a:r>
            <a:r>
              <a:rPr dirty="0"/>
              <a:t>ser-facing output: extracted text and </a:t>
            </a:r>
            <a:r>
              <a:rPr lang="en-US" dirty="0"/>
              <a:t>PID</a:t>
            </a:r>
            <a:r>
              <a:rPr dirty="0"/>
              <a:t> data </a:t>
            </a:r>
            <a:r>
              <a:rPr lang="en-US" dirty="0"/>
              <a:t>respond </a:t>
            </a:r>
            <a:r>
              <a:rPr dirty="0"/>
              <a:t>in </a:t>
            </a:r>
            <a:r>
              <a:rPr lang="en-US" dirty="0" err="1"/>
              <a:t>FastAPI</a:t>
            </a:r>
            <a:r>
              <a:rPr lang="en-US" dirty="0"/>
              <a:t> and rendered in </a:t>
            </a:r>
            <a:r>
              <a:rPr dirty="0"/>
              <a:t>React UI</a:t>
            </a: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dirty="0"/>
              <a:t>D</a:t>
            </a:r>
            <a:r>
              <a:rPr dirty="0"/>
              <a:t>eployment model: local, privacy-friendly, modular for future scaling</a:t>
            </a: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Doc-Intelligence-PID | Architecture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526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 Srinivasan</cp:lastModifiedBy>
  <cp:revision>22</cp:revision>
  <dcterms:created xsi:type="dcterms:W3CDTF">2013-01-27T09:14:16Z</dcterms:created>
  <dcterms:modified xsi:type="dcterms:W3CDTF">2026-06-09T14:36:12Z</dcterms:modified>
  <cp:category/>
</cp:coreProperties>
</file>